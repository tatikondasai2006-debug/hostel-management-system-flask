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4592"/>
            <a:ext cx="384048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23444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 Semibold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298448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Segoe UI"/>
              </a:rPr>
              <a:t>HOSTEL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200" b="1" i="0">
                <a:solidFill>
                  <a:srgbClr val="0F172A"/>
                </a:solidFill>
                <a:latin typeface="Segoe UI Semibold"/>
              </a:rPr>
              <a:t>Sunrise Student</a:t>
            </a:r>
          </a:p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2563EB"/>
                </a:solidFill>
                <a:latin typeface="Segoe UI Semibold"/>
              </a:rPr>
              <a:t>Hostel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434840"/>
            <a:ext cx="21945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17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Segoe UI"/>
              </a:rPr>
              <a:t>Admin &amp; Student Portal — a clear, end-to-end walkthrough of the whole operation.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5349240"/>
            <a:ext cx="886968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49240"/>
            <a:ext cx="886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9384" y="5349240"/>
            <a:ext cx="886968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9384" y="5349240"/>
            <a:ext cx="8869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Rooms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79" y="534924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5349240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534924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5349240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Allocate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534924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2704" y="5349240"/>
            <a:ext cx="768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Bill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5349240"/>
            <a:ext cx="649224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5349240"/>
            <a:ext cx="649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Pay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53492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349240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610819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Flask  ·  PostgreSQL  ·  2026      Press → to begin</a:t>
            </a:r>
          </a:p>
        </p:txBody>
      </p:sp>
      <p:sp>
        <p:nvSpPr>
          <p:cNvPr id="30" name="Oval 29"/>
          <p:cNvSpPr/>
          <p:nvPr/>
        </p:nvSpPr>
        <p:spPr>
          <a:xfrm>
            <a:off x="9509760" y="1280160"/>
            <a:ext cx="3108960" cy="310896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0" y="2011680"/>
            <a:ext cx="1645920" cy="1645920"/>
          </a:xfrm>
          <a:prstGeom prst="ellipse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One system. Two portals. Zero guesswork.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Everything an operator needs, and a clean self-service view for every resident.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25877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563EB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9184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Portals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2148840"/>
            <a:ext cx="2587752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468880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EA5E9"/>
                </a:solidFill>
                <a:latin typeface="Segoe UI Semibold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4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5664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5664" y="2148840"/>
            <a:ext cx="2587752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468880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6A34A"/>
                </a:solidFill>
                <a:latin typeface="Segoe UI Semibold"/>
              </a:rPr>
              <a:t>147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29184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Tests passing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63456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63456" y="2148840"/>
            <a:ext cx="2587752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2468880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7C3AED"/>
                </a:solidFill>
                <a:latin typeface="Segoe UI Semibold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4" y="329184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Role-guarded routes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51960"/>
            <a:ext cx="1090879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80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Admins run hostels, rooms, allocations, billing and payments.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Students sign in to view their room, bills, payments and receipts.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One database, one audit trail, one source of truth.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Two portals, one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The landing page is decided by the account's role at login.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53035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057400"/>
            <a:ext cx="5303520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217627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 Semibold"/>
              </a:rPr>
              <a:t>Admin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21945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Segoe UI"/>
              </a:rPr>
              <a:t>/admin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288036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Hostels &amp; rooms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Students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Allocations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Fees &amp; structures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Payments &amp; receipts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Reports &amp; audit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057400"/>
            <a:ext cx="53035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2057400"/>
            <a:ext cx="530352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17627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 Semibold"/>
              </a:rPr>
              <a:t>Student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1945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Segoe UI"/>
              </a:rPr>
              <a:t>/portal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8036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Dashboard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Profile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My room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My bills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My payments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PDF receipts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Built on a modern, dependable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Batteries included, standards-based, easy to run and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249631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9631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1460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Flask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35224"/>
            <a:ext cx="2039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App factory + blueprints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49631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9631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251460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935224"/>
            <a:ext cx="2039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SQLAlchemy + Alembic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94192" y="249631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49631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51460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Flask-Login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935224"/>
            <a:ext cx="2039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Role-based 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41655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1655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434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Bootstrap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855464"/>
            <a:ext cx="2039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Responsive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441655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41655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2" y="4434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ReportLab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4855464"/>
            <a:ext cx="2039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PDF receipts &amp;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94192" y="441655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41655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434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pytest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4855464"/>
            <a:ext cx="2039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147 tests passing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WORKFLOW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Admin portal — the 8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From sign-in to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1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Sign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2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3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Hostels &amp; Rooms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6296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4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Students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6296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5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Allocations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4224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6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Fees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02152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2152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7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Payments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8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Reports &amp; Audit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008376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870448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732520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10259567" y="3273552"/>
            <a:ext cx="256032" cy="996696"/>
          </a:xfrm>
          <a:prstGeom prst="down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eft Arrow 38"/>
          <p:cNvSpPr/>
          <p:nvPr/>
        </p:nvSpPr>
        <p:spPr>
          <a:xfrm>
            <a:off x="8732520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5870448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ft Arrow 40"/>
          <p:cNvSpPr/>
          <p:nvPr/>
        </p:nvSpPr>
        <p:spPr>
          <a:xfrm>
            <a:off x="3008376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2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1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Admin signs in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/auth/login → /admin/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Email + password verified against the stored hash.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 Flask-Login session opens and last_login_at is stamped.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Role decides the landing page: admin →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/auth/login → /admin/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rate-limited · no enumeration · role redirect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2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Operational dashboard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Live KPIs: students, rooms, capacity, occupancy.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Monthly collection, outstanding and overdue count.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Charts: by room type, by hostel, 6-month trend.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SQL aggregates → cards + 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admin/routes.py · services/dashboard_service.py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admin_required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3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3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Set up hostels &amp; rooms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/hostels · /rooms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Create a hostel, then add rooms (type, capacity, base fee).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Capacity can never drop below current occupancy.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Rooms with history can't be deleted — make unavailable.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/hostels · /rooms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form → Hostel / Room 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rooms/routes.py · rooms/forms.py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capacity ≥ occupancy · unique number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4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4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Onboard students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Create a student + optional portal login in one step.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Filter by course, year, status, allocation, fee state.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Deactivating automatically releases the active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profile → Student (+ User)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students/routes.py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unique email &amp; roll no · deactivation frees bed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5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5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Allocate beds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/allocations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Auto, manual, transfer and release operations.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Auto picks the lowest free bed in the first eligible room.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Concurrency-safe: SKIP LOCKED + unique indexes + trigger.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/allocations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 + room → active allocation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allocations/routes.py · services/allocation_service.py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no double-booking · retries on contention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6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6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Generate monthly bills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Structures per room type set the default amounts.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Generate for a period (YYYY-MM); duplicates skipped.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Late fee after grace; status paid / partial / overdue / 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rooms + structures + period → StudentFee 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fees/routes.py · services/fee_service.py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Decimal money · idempotent generation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7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7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Record payments &amp; receipts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Idempotency key prevents duplicate payments.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Fee row locked (FOR UPDATE); overpayment rejected.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Immutable — corrections are linked reversals; PDF receipt.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payment → Payment row → balance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payments/routes.py · services/payment_service.py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idempotent · immutable · receipt PDF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7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8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Reports &amp;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8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Reports, audit &amp; settings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Slug-based reports with CSV export + occupancy/financial PDFs.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Audit log records who changed what.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Settings: hostel identity, currency, late-fee policy.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DB → CSV / PDF · every write →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reports/routes.py · admin/routes.py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admin_required · immutable audit trail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WORKFLOW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Student portal — the 8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From sign-up to receipts.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1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Sign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2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Sign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3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6296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323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4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6296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5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Allocations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4224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6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Fees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02152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2152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7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Payments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489704"/>
            <a:ext cx="1911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8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Receipts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008376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870448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732520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10259567" y="3273552"/>
            <a:ext cx="256032" cy="996696"/>
          </a:xfrm>
          <a:prstGeom prst="down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eft Arrow 38"/>
          <p:cNvSpPr/>
          <p:nvPr/>
        </p:nvSpPr>
        <p:spPr>
          <a:xfrm>
            <a:off x="8732520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5870448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ft Arrow 40"/>
          <p:cNvSpPr/>
          <p:nvPr/>
        </p:nvSpPr>
        <p:spPr>
          <a:xfrm>
            <a:off x="3008376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2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1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Create a portal account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/auth/signup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Signup creates the User (role = student) + Student profile.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Email and roll number must be unique.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New accounts link straight to the student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/auth/signup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signup → User + Student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rate-limited · unique email &amp; roll no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2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Student signs in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/auth/login → /portal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Same login endpoint; the role picks the destination.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Students always land on the portal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/auth/login → /portal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rate-limited · role redirect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3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3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Personal dashboard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Current room allocation and recent payments.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Upcoming due bill and totals: billed, paid, outstanding.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Everything scoped to the logged-in student.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records → summary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student_required · self-scoped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4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4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Profile self-service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View the profile; edit phone, address, emergency contact.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Identity fields stay admin-controlled.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limited form → Student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editable fields restricted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5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5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My room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/portal/allocations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Current bed plus full allocation history.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Read-only — allocation is an admin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/portal/allocations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allocations → 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6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6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My bills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/portal/fees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Monthly bills with amount, paid, balance, status.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Per-bill detail shows the breakdown and due date.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Opening someone else's bill returns 404.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/portal/fees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fees → list / detail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7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7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My payments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History of payments recorded against the account.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Read-only — recording is an admin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payments → 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7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128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8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8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Download receipts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Download a PDF receipt for any of your own payments.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 receipt that isn't yours returns 404.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payment id → own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How the two portals 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The admin creates and bills; the student views and pays down. The cycle repeats monthly.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5864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864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1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Set up hostels &amp; rooms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35193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3001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3001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 + STUDENT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27217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27217" y="2880360"/>
            <a:ext cx="1385969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64377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D97706"/>
                </a:solidFill>
                <a:latin typeface="Segoe UI Semibold"/>
              </a:rPr>
              <a:t>2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Enroll students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22330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50138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138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4354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14354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1514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3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Allocate beds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209467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37276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37276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01491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1491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8651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4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Generate monthly fees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796604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24413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4413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88628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88628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25788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5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Record payments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383741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11550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11550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75765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75765" y="2880360"/>
            <a:ext cx="1385969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2925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7C3AED"/>
                </a:solidFill>
                <a:latin typeface="Segoe UI Semibold"/>
              </a:rPr>
              <a:t>6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View bills &amp; receipts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9970878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98687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98687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62902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62902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00062" y="3172968"/>
            <a:ext cx="111164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7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Reports, audit &amp; deactivate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02920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19379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Segoe UI"/>
              </a:rPr>
              <a:t>↻ 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Bill → pay → reconcile → report → re-allocate. Deactivating a student frees their bed.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Why it holds up under real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Guardrails are enforced in code and in the database — not just in the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9631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9631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Role-checked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169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admin_required / student_required on every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14884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214884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9631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49631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DB-level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9169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partial unique indexes + capacity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14884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214884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49631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49631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Immutable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9169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corrections are linked reversal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2336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02336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3708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37083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Self-scoped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79145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students never see other records (404)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402336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402336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3708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2" y="437083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Decimal money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5232" y="479145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no floating-point drift in billing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402336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402336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3708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437083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Full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15984" y="479145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every state change is logged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Segoe UI Semibold"/>
              </a:rP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3520440"/>
            <a:ext cx="21945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Segoe UI"/>
              </a:rPr>
              <a:t>Sunrise Student Hostel  ·  Flask +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61772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Segoe UI"/>
              </a:rPr>
              <a:t>python run.py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 →   http://127.0.0.1:5000</a:t>
            </a:r>
          </a:p>
          <a:p>
            <a:pPr algn="l"/>
            <a:r>
              <a:rPr sz="1400" b="1" i="0">
                <a:solidFill>
                  <a:srgbClr val="16A34A"/>
                </a:solidFill>
                <a:latin typeface="Segoe UI"/>
              </a:rPr>
              <a:t>python -m pytest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 →   147 tests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