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Hostel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7432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93C5FD"/>
                </a:solidFill>
                <a:latin typeface="Segoe UI"/>
              </a:rPr>
              <a:t>Admin &amp; Student Portal — 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3832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A step-by-step, pin-to-pin walkthrough of both portals.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94960"/>
            <a:ext cx="292608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Sunrise Student Hostel  ·  Flask + PostgreSQL</a:t>
            </a:r>
          </a:p>
        </p:txBody>
      </p:sp>
    </p:spTree>
  </p:cSld>
  <p:clrMapOvr>
    <a:masterClrMapping/>
  </p:clrMapOvr>
  <p:transition spd="med" advClick="0" advTm="2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Two portals,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One Flask app and database; the landing page is decided by the account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29000" cy="566928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Segoe UI"/>
              </a:rPr>
              <a:t>/admin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718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Hostels &amp; rooms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Students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Allocations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Fees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Payments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Reports &amp; audit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0215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02152" cy="5669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44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Shared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Segoe UI"/>
              </a:rPr>
              <a:t>app/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Auth &amp; role checks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Flask-Login sessions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SQLAlchemy models + services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PostgreSQL integrity rules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Audit logging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55448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11312" y="1554480"/>
            <a:ext cx="3429000" cy="566928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64592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2860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Segoe UI"/>
              </a:rPr>
              <a:t>/portal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697480"/>
            <a:ext cx="29718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Dashboard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Profile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My room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My bills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My payments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334155"/>
                </a:solidFill>
                <a:latin typeface="Segoe UI"/>
              </a:rPr>
              <a:t>Receipts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26480"/>
            <a:ext cx="11091672" cy="50292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6217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Role routing: 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admin → /admin  ·  student → /portal  (decided at login)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Admin portal — workflow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Eight steps from sign-in to reporting. Details follow on the next slides.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1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2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3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Hostels &amp; Rooms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4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5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6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7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8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Reports &amp; Audit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35224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815583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695944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10277855" y="2953512"/>
            <a:ext cx="292608" cy="1133856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ft Arrow 16"/>
          <p:cNvSpPr/>
          <p:nvPr/>
        </p:nvSpPr>
        <p:spPr>
          <a:xfrm>
            <a:off x="8695944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/>
          <p:cNvSpPr/>
          <p:nvPr/>
        </p:nvSpPr>
        <p:spPr>
          <a:xfrm>
            <a:off x="5815583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ft Arrow 18"/>
          <p:cNvSpPr/>
          <p:nvPr/>
        </p:nvSpPr>
        <p:spPr>
          <a:xfrm>
            <a:off x="2935224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split orient="vert"/>
      </p:transition>
    </mc:Choice>
    <mc:Fallback>
      <p:transition spd="slow" advClick="0" advTm="2000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2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3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1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Admin signs in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/auth/login → /admin/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Admin submits email + password; the hash is verified.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 successful login stamps last_login_at and opens a Flask-Login session.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The role decides the landing page: admins → dashboard, students → portal.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Failed logins show a generic error and are rate-limited (10/min).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/auth/login → /admin/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credentials → authenticated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app/auth/routes.py · app/utils/decorators.py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rate-limited · no account enumeration · role-based redirect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split orient="vert"/>
      </p:transition>
    </mc:Choice>
    <mc:Fallback>
      <p:transition spd="slow" advClick="0" advTm="2000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3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2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Operational dashboard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Aggregates live figures straight from the database — nothing cached.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Students (total / active / inactive), rooms, capacity, occupied &amp; free beds.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Monthly collection, total outstanding and overdue record count.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The 6 most recent payments and allocations.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Charts: occupancy by room type, by hostel, and a 6-month collection trend.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SQL aggregates → KPI cards +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app/admin/routes.py · app/services/dashboard_service.py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admin_required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3000">
        <p:cut/>
      </p:transition>
    </mc:Choice>
    <mc:Fallback>
      <p:transition advClick="0" advTm="300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3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Set up hostels and rooms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/hostels · /rooms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Create a hostel (name, address) first — every room belongs to a hostel.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Add rooms: type (single/double/dormitory), capacity, base fee, status.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Room numbers are unique per hostel.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Capacity can never drop below current occupancy.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Rooms with allocation history cannot be deleted — mark them unavailable.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/hostels · /rooms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form input → Hostel / Room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app/rooms/routes.py · app/rooms/forms.py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capacity ≥ occupancy · unique number · audit logged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4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Onboard and manage students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Create a student record and optionally their portal login in one step.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Filter the roster by course, year, status, allocation and fee state.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Open a student to see profile + allocations + fees + payments together.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Deactivating or archiving automatically releases their active 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/students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profile → Student (+ linked User)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app/students/routes.py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unique email &amp; roll no · deactivation frees the bed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5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Assign beds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/allocations  (auto · manual · transfer · release)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Auto-allocate picks the lowest free bed in the first eligible room.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Manual assign and transfer release then re-allocate atomically.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Release frees the bed but keeps the row as immutable history.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Concurrency-safe: FOR UPDATE SKIP LOCKED + partial unique indexes +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/allocations  (auto · manual · transfer · release)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student + room → active RoomAllocation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app/allocations/routes.py · app/services/allocation_service.py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no double-booking · one active bed per student · retries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6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Generate and adjust monthly bills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Fee structures per room type set default monthly / mess / laundry / maintenance.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Generate bills for a period (YYYY-MM); duplicates are skipped.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Bill = accommodation + extras − discount, plus a late fee after the grace period.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Status is derived: paid / partial / overdue / 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rooms + structures + period → StudentFee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app/fees/routes.py · app/services/fee_service.py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Decimal money · idempotent generation · late fee after grace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7 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7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Record payments and issue receipts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Record a payment against a fee; an idempotency key prevents duplicates.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The fee row is locked (FOR UPDATE) and overpayment is rejected.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Payments are immutable — corrections create a linked reversal record.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 PDF receipt can be generated for any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payment → Payment row → balance / status update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app/payments/routes.py · app/services/payment_service.py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idempotent · no overpay · immutable + reversal · receipt PDF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ADMIN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Hostels &amp;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7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8  Reports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8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Reports, audit and settings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Slug-based reports, each viewable and exportable to CSV.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Occupancy and financial summary PDFs.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Audit log records who changed what — filter by action, entity, date.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Settings hold hostel identity, currency symbol and late-fee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DB → CSV / PDF · every write → audit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app/reports/routes.py · app/admin/routes.py · app/services/audit_service.py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admin_required · immutable audit trail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Student portal — workflow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Eight steps from sign-up to receipts. Details follow on the next slides.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1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Sign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2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3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9659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4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5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6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7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STEP 8</a:t>
            </a:r>
          </a:p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Receipts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35224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815583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695944" y="2276856"/>
            <a:ext cx="5760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10277855" y="2953512"/>
            <a:ext cx="292608" cy="1133856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ft Arrow 16"/>
          <p:cNvSpPr/>
          <p:nvPr/>
        </p:nvSpPr>
        <p:spPr>
          <a:xfrm>
            <a:off x="8695944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/>
          <p:cNvSpPr/>
          <p:nvPr/>
        </p:nvSpPr>
        <p:spPr>
          <a:xfrm>
            <a:off x="5815583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ft Arrow 18"/>
          <p:cNvSpPr/>
          <p:nvPr/>
        </p:nvSpPr>
        <p:spPr>
          <a:xfrm>
            <a:off x="2935224" y="4471416"/>
            <a:ext cx="576072" cy="292608"/>
          </a:xfrm>
          <a:prstGeom prst="lef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2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3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1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Create a portal account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/auth/signup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Signup creates the User (role = student) and the Student profile together.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Email and roll number must be unique.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New accounts link straight to the student portal.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/auth/signup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signup form → User + Student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signup rate-limited · unique email &amp; roll no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3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2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Student signs in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/auth/login → /portal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Same login endpoint as admins — the role decides where you land.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Students are always routed to the portal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/auth/login → /portal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rate-limited · role redirect · generic errors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4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3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Personal dashboard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Shows the current room allocation and recent payments.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Surfaces the upcoming due bill and totals: billed, paid, outstanding.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Everything is scoped to the logged-in student.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own fees / payments / allocation →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student_required · self-scoped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5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4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Profile self-service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/portal/profile · /portal/profile/edit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View the profile; edit only phone, address and emergency contact.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Identity fields (name, roll number, course, year) stay admin-controlled.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/portal/profile · /portal/profile/edit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limited form → Student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editable fields restricted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6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5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My room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/portal/allocations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Current bed and the full allocation history.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Read-only — allocation is an admin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/portal/allocations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own allocations →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7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6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My bills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/portal/fees · /portal/fees/&lt;id&gt;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Monthly bills with amount, paid, balance and status.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Per-bill detail shows the breakdown and due date.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Opening another student's bill returns 404.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/portal/fees · /portal/fees/&lt;id&gt;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own StudentFee rows → list /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7 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94A3B8"/>
                </a:solidFill>
                <a:latin typeface="Segoe UI"/>
              </a:rPr>
              <a:t>8 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7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My payments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/portal/payments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History of payments recorded against the account.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Read-only — recording is an admin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/portal/payments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own Payment rows →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STUDENT PORTAL —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86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2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Sign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4191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4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5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5519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6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3" y="365760"/>
            <a:ext cx="1297647" cy="438912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7  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6847" y="310896"/>
            <a:ext cx="1297647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8 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400800" cy="5394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5806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STEP 8   </a:t>
            </a:r>
            <a:r>
              <a:rPr sz="2000" b="1" i="0">
                <a:solidFill>
                  <a:srgbClr val="0F172A"/>
                </a:solidFill>
                <a:latin typeface="Segoe UI"/>
              </a:rPr>
              <a:t>Download receipts</a:t>
            </a:r>
          </a:p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80644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Download a PDF receipt for any of your own payments.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Requesting a receipt that is not yours returns 404.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3444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23444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35331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560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67919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payment id → own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88620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600" y="3886200"/>
            <a:ext cx="91440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400507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app/students/portal.py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5212080"/>
            <a:ext cx="4647895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5212080"/>
            <a:ext cx="9144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5330952"/>
            <a:ext cx="419069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How the two portals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The data lifecycle: the admin creates and bills; the student views and pays 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1829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829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1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Set up hostels &amp; rooms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90587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05528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5528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 +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0899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D97706"/>
                </a:solidFill>
                <a:latin typeface="Segoe UI"/>
              </a:rPr>
              <a:t>2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Enroll students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34286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49228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49228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4598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3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Allocate beds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77985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92927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2927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8297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4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Generate monthly fees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21685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36626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6626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1997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5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Record payments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65384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80326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0326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5696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6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View bills &amp; receipts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109083" y="3410711"/>
            <a:ext cx="19202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24025" y="214884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24025" y="218541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19395" y="2651760"/>
            <a:ext cx="141509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7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Reports, audit &amp; deactivate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92040"/>
            <a:ext cx="11277295" cy="640080"/>
          </a:xfrm>
          <a:prstGeom prst="roundRect">
            <a:avLst>
              <a:gd name="adj" fmla="val 14000"/>
            </a:avLst>
          </a:prstGeom>
          <a:solidFill>
            <a:srgbClr val="EF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Segoe UI"/>
              </a:rPr>
              <a:t>↻ 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The cycle repeats every billing month: bill → pay → reconcile → report → re-allocate as students 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Segoe UI"/>
              </a:rPr>
              <a:t>Deactivating a student closes the loop by automatically releasing their bed.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02920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57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Segoe UI"/>
              </a:rPr>
              <a:t>Key guarantees &amp; how to present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Segoe UI"/>
              </a:rPr>
              <a:t>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50292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Role-checked on every route (admin_required / student_required).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DB-level integrity: partial unique indexes + capacity triggers.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Payments are immutable; corrections are linked reversal records.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Student data is self-scoped — other records return 404.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Deterministic Decimal billing (no floating-point drift).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Full audit trail on every state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285232" cy="457200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Segoe UI"/>
              </a:rPr>
              <a:t>PRESENTING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75488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Present it one step at a time: the progress rail turns each node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green → blue → grey as you advance, giving a pin-to-pin build.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Add a Morph or Fade transition in PowerPoint for extra motion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(fade is already applied to every slide).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334155"/>
                </a:solidFill>
                <a:latin typeface="Segoe UI"/>
              </a:rPr>
              <a:t>Use the two overview slides as the map, the step slides as the detail.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2270</Words>
  <Application>Microsoft Office PowerPoint</Application>
  <PresentationFormat>Widescreen</PresentationFormat>
  <Paragraphs>463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leela tatikonda</cp:lastModifiedBy>
  <cp:revision>2</cp:revision>
  <dcterms:created xsi:type="dcterms:W3CDTF">2013-01-27T09:14:16Z</dcterms:created>
  <dcterms:modified xsi:type="dcterms:W3CDTF">2026-10-17T10:08:17Z</dcterms:modified>
  <cp:category/>
</cp:coreProperties>
</file>